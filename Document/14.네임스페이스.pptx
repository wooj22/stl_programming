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1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pPr/>
              <a:t>2021-10-08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81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90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43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03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99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291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4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761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43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50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98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네임스페이스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이름공간 </a:t>
            </a:r>
            <a:r>
              <a:rPr lang="en-US" altLang="ko-KR" dirty="0"/>
              <a:t>(namespace)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프로젝트의 진행에 있어서 발생할 수 있는 </a:t>
            </a:r>
            <a:r>
              <a:rPr lang="ko-KR" altLang="en-US" sz="1800" b="1" dirty="0"/>
              <a:t>이름의 충돌</a:t>
            </a:r>
            <a:r>
              <a:rPr lang="ko-KR" altLang="en-US" sz="1800" dirty="0"/>
              <a:t>을 막을 목적으로 존재하는 것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16020" y="2206645"/>
            <a:ext cx="919101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MyGame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이름공간 위치하는 함수 선언과 정의의 분리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MyGame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함수 선언과 정의의 분리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MyGame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 </a:t>
            </a:r>
            <a:r>
              <a:rPr lang="ko-KR" altLang="en-US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범위지정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연산자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en-US" altLang="ko-KR" sz="1600" dirty="0" err="1">
                <a:latin typeface="Consolas" panose="020B0609020204030204" pitchFamily="49" charset="0"/>
                <a:ea typeface="돋움체" panose="020B0609000101010101" pitchFamily="49" charset="-127"/>
              </a:rPr>
              <a:t>MyGame</a:t>
            </a:r>
            <a:r>
              <a:rPr lang="en-US" altLang="ko-KR" sz="1600" dirty="0"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latin typeface="Consolas" panose="020B0609020204030204" pitchFamily="49" charset="0"/>
                <a:ea typeface="돋움체" panose="020B0609000101010101" pitchFamily="49" charset="-127"/>
              </a:rPr>
              <a:t>()"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MyGame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6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이름공간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이름공간이 다르면 </a:t>
            </a:r>
            <a:r>
              <a:rPr lang="ko-KR" altLang="en-US" sz="1800" b="1" dirty="0"/>
              <a:t>동일한 이름</a:t>
            </a:r>
            <a:r>
              <a:rPr lang="ko-KR" altLang="en-US" sz="1800" dirty="0"/>
              <a:t>의 함수 및 변수를 선언하는 것이 가능하다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37097" y="1949201"/>
            <a:ext cx="6096000" cy="443198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MyNameSpace1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MyNameSpace2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latin typeface="Consolas" panose="020B0609020204030204" pitchFamily="49" charset="0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latin typeface="Consolas" panose="020B0609020204030204" pitchFamily="49" charset="0"/>
              </a:rPr>
              <a:t>{ </a:t>
            </a:r>
            <a:endParaRPr lang="ko-KR" altLang="en-US" sz="1600" dirty="0">
              <a:latin typeface="Consolas" panose="020B0609020204030204" pitchFamily="49" charset="0"/>
            </a:endParaRPr>
          </a:p>
          <a:p>
            <a:r>
              <a:rPr lang="en-US" altLang="ko-KR" sz="1600" dirty="0">
                <a:latin typeface="Consolas" panose="020B0609020204030204" pitchFamily="49" charset="0"/>
              </a:rPr>
              <a:t>    MyNameSpace1::number = 1;</a:t>
            </a:r>
          </a:p>
          <a:p>
            <a:r>
              <a:rPr lang="en-US" altLang="ko-KR" sz="1600" dirty="0">
                <a:latin typeface="Consolas" panose="020B0609020204030204" pitchFamily="49" charset="0"/>
              </a:rPr>
              <a:t>    MyNameSpace2::</a:t>
            </a:r>
            <a:r>
              <a:rPr lang="en-US" altLang="ko-KR" sz="1600" dirty="0" err="1">
                <a:latin typeface="Consolas" panose="020B0609020204030204" pitchFamily="49" charset="0"/>
              </a:rPr>
              <a:t>Func</a:t>
            </a:r>
            <a:r>
              <a:rPr lang="en-US" altLang="ko-KR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dirty="0">
                <a:latin typeface="Consolas" panose="020B0609020204030204" pitchFamily="49" charset="0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93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이름공간의 중첩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이름공간은 </a:t>
            </a:r>
            <a:r>
              <a:rPr lang="ko-KR" altLang="en-US" sz="1800" b="1" dirty="0"/>
              <a:t>중첩</a:t>
            </a:r>
            <a:r>
              <a:rPr lang="ko-KR" altLang="en-US" sz="1800" dirty="0"/>
              <a:t>이 가능하다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/>
              <a:t>따라서 계층적 구조를 갖게 이름공간을 구성할 수 있다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896584" y="2389738"/>
            <a:ext cx="51929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MyUtil</a:t>
            </a:r>
            <a:endParaRPr lang="en-US" altLang="ko-KR" sz="16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number1;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Func1(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MySpace2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number2;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Func2(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MyUtil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MySpace1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number1 = 0;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52209" y="2389738"/>
            <a:ext cx="407426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</a:t>
            </a:r>
            <a:endParaRPr lang="en-US" altLang="ko-KR" sz="16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number1;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Func1(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</a:t>
            </a:r>
            <a:endParaRPr lang="en-US" altLang="ko-KR" sz="16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number2;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Func2(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::number1 = 1;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::number2 = 2;</a:t>
            </a:r>
          </a:p>
        </p:txBody>
      </p:sp>
    </p:spTree>
    <p:extLst>
      <p:ext uri="{BB962C8B-B14F-4D97-AF65-F5344CB8AC3E}">
        <p14:creationId xmlns:p14="http://schemas.microsoft.com/office/powerpoint/2010/main" val="2480712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std</a:t>
            </a:r>
            <a:r>
              <a:rPr lang="en-US" altLang="ko-KR" dirty="0"/>
              <a:t>::</a:t>
            </a:r>
            <a:r>
              <a:rPr lang="en-US" altLang="ko-KR" dirty="0" err="1"/>
              <a:t>cout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이름 충돌을 막기 위해서</a:t>
            </a:r>
            <a:r>
              <a:rPr lang="en-US" altLang="ko-KR" sz="1600" dirty="0"/>
              <a:t>, C++ </a:t>
            </a:r>
            <a:r>
              <a:rPr lang="ko-KR" altLang="en-US" sz="1600" dirty="0"/>
              <a:t>표준에서 제공하는 요소들은 다양한 이름공간안에 선언되어 있다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r>
              <a:rPr lang="en-US" altLang="ko-KR" sz="1600" dirty="0"/>
              <a:t>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  <a:r>
              <a:rPr lang="ko-KR" altLang="en-US" sz="1600" dirty="0"/>
              <a:t>에 선언되어 있는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</a:t>
            </a:r>
            <a:r>
              <a:rPr lang="ko-KR" altLang="en-US" sz="1600" dirty="0"/>
              <a:t>그리고 </a:t>
            </a:r>
            <a:r>
              <a:rPr lang="en-US" altLang="ko-KR" sz="1600" dirty="0" err="1"/>
              <a:t>endl</a:t>
            </a:r>
            <a:r>
              <a:rPr lang="ko-KR" altLang="en-US" sz="1600" dirty="0"/>
              <a:t>은 이름공간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 </a:t>
            </a:r>
            <a:r>
              <a:rPr lang="ko-KR" altLang="en-US" sz="1600" dirty="0"/>
              <a:t>안에 선언되어 있다</a:t>
            </a:r>
            <a:r>
              <a:rPr lang="en-US" altLang="ko-KR" sz="1600" dirty="0"/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588868" y="2588596"/>
            <a:ext cx="41893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endParaRPr lang="en-US" altLang="ko-KR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...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...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...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83012" y="2588596"/>
            <a:ext cx="3819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iostream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6820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using</a:t>
            </a:r>
            <a:r>
              <a:rPr lang="ko-KR" altLang="en-US" dirty="0"/>
              <a:t>을 이용한 이름공간의 명시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using</a:t>
            </a:r>
            <a:r>
              <a:rPr lang="ko-KR" altLang="en-US" sz="1800" dirty="0"/>
              <a:t>을 이용한 이름공간의 명시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범위지정자</a:t>
            </a:r>
            <a:r>
              <a:rPr lang="ko-KR" altLang="en-US" sz="1800" dirty="0"/>
              <a:t> 없이 </a:t>
            </a:r>
            <a:r>
              <a:rPr lang="ko-KR" altLang="en-US" sz="1800" b="1" dirty="0"/>
              <a:t>줄여서 사용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  <a:p>
            <a:endParaRPr lang="en-US" altLang="ko-KR" sz="1800" dirty="0"/>
          </a:p>
          <a:p>
            <a:r>
              <a:rPr lang="ko-KR" altLang="en-US" sz="1800" dirty="0"/>
              <a:t>빈번한 </a:t>
            </a:r>
            <a:r>
              <a:rPr lang="en-US" altLang="ko-KR" sz="1800" dirty="0"/>
              <a:t>using namespace</a:t>
            </a:r>
            <a:r>
              <a:rPr lang="ko-KR" altLang="en-US" sz="1800" dirty="0"/>
              <a:t>의 선언은 이름의 충돌을 막기위한 이름공간의 선언을 의미 없게 만든다</a:t>
            </a:r>
            <a:r>
              <a:rPr lang="en-US" altLang="ko-KR" sz="1800" dirty="0"/>
              <a:t>. </a:t>
            </a:r>
            <a:r>
              <a:rPr lang="ko-KR" altLang="en-US" sz="1800" dirty="0"/>
              <a:t>따라서 필요에 따라 제한적으로 사용할 필요가 있다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02468" y="2058038"/>
            <a:ext cx="99870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	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을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으로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사용하겠다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라는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 없이 접근하겠다는 선언</a:t>
            </a:r>
            <a:endParaRPr lang="ko-KR" altLang="en-US" sz="1600" dirty="0">
              <a:solidFill>
                <a:srgbClr val="0066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2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이름공간의 별칭 지정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이름의 별칭 선언 후</a:t>
            </a:r>
            <a:r>
              <a:rPr lang="en-US" altLang="ko-KR" sz="1800" dirty="0"/>
              <a:t>, </a:t>
            </a:r>
            <a:r>
              <a:rPr lang="ko-KR" altLang="en-US" sz="1800" dirty="0"/>
              <a:t>이름공간의 선언을 대신할 수 있다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83012" y="2056424"/>
            <a:ext cx="749678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MyUtil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number1;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Func1(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MyUtilSpace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MyUtil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별칭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MyUtil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::number1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MyUtilSpace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 number1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75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전역변수의</a:t>
            </a:r>
            <a:r>
              <a:rPr lang="ko-KR" altLang="en-US" dirty="0"/>
              <a:t> 접근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범위지정</a:t>
            </a:r>
            <a:r>
              <a:rPr lang="ko-KR" altLang="en-US" sz="1800" dirty="0"/>
              <a:t> 연산자는 </a:t>
            </a:r>
            <a:r>
              <a:rPr lang="ko-KR" altLang="en-US" sz="1800" dirty="0" err="1"/>
              <a:t>지역변수가</a:t>
            </a:r>
            <a:r>
              <a:rPr lang="ko-KR" altLang="en-US" sz="1800" dirty="0"/>
              <a:t> 아닌 </a:t>
            </a:r>
            <a:r>
              <a:rPr lang="ko-KR" altLang="en-US" sz="1800" dirty="0" err="1"/>
              <a:t>전역변수의</a:t>
            </a:r>
            <a:r>
              <a:rPr lang="ko-KR" altLang="en-US" sz="1800" dirty="0"/>
              <a:t> 접근에도 사용이 가능하다</a:t>
            </a:r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05191" y="240361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 = 10;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 = 20;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지역변수</a:t>
            </a:r>
            <a:endParaRPr lang="en-US" altLang="ko-KR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number += 1;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number = 30;  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전역변수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344890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1230</TotalTime>
  <Words>488</Words>
  <Application>Microsoft Office PowerPoint</Application>
  <PresentationFormat>와이드스크린</PresentationFormat>
  <Paragraphs>128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HY헤드라인M</vt:lpstr>
      <vt:lpstr>맑은 고딕</vt:lpstr>
      <vt:lpstr>Arial</vt:lpstr>
      <vt:lpstr>Consolas</vt:lpstr>
      <vt:lpstr>Wingdings</vt:lpstr>
      <vt:lpstr>kdw</vt:lpstr>
      <vt:lpstr>C++ 네임스페이스</vt:lpstr>
      <vt:lpstr>이름공간 (namespace)</vt:lpstr>
      <vt:lpstr>이름공간</vt:lpstr>
      <vt:lpstr>이름공간의 중첩</vt:lpstr>
      <vt:lpstr>std::cout</vt:lpstr>
      <vt:lpstr>using을 이용한 이름공간의 명시</vt:lpstr>
      <vt:lpstr>이름공간의 별칭 지정</vt:lpstr>
      <vt:lpstr>전역변수의 접근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211</cp:revision>
  <dcterms:created xsi:type="dcterms:W3CDTF">2020-02-16T05:20:05Z</dcterms:created>
  <dcterms:modified xsi:type="dcterms:W3CDTF">2021-10-08T14:58:25Z</dcterms:modified>
</cp:coreProperties>
</file>