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61" r:id="rId3"/>
    <p:sldId id="262" r:id="rId4"/>
    <p:sldId id="263" r:id="rId5"/>
    <p:sldId id="264" r:id="rId6"/>
    <p:sldId id="265" r:id="rId7"/>
    <p:sldId id="267" r:id="rId8"/>
    <p:sldId id="26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43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3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7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0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545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59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81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5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2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46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1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83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클래스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클래스 만들기</a:t>
            </a:r>
            <a:endParaRPr lang="en-US" altLang="ko-KR" sz="2000" dirty="0"/>
          </a:p>
          <a:p>
            <a:r>
              <a:rPr lang="ko-KR" altLang="en-US" sz="2000" dirty="0"/>
              <a:t>문자열 처리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직사각형 3"/>
          <p:cNvSpPr/>
          <p:nvPr/>
        </p:nvSpPr>
        <p:spPr>
          <a:xfrm>
            <a:off x="905312" y="2828835"/>
            <a:ext cx="8945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scanf_s</a:t>
            </a:r>
            <a:r>
              <a:rPr lang="en-US" altLang="ko-KR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strcpy_s</a:t>
            </a:r>
            <a:r>
              <a:rPr lang="en-US" altLang="ko-KR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경고 해결</a:t>
            </a:r>
            <a:endParaRPr lang="en-US" altLang="ko-KR" dirty="0">
              <a:solidFill>
                <a:srgbClr val="008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#define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_CRT_SECURE_NO_WARNINGS</a:t>
            </a:r>
          </a:p>
          <a:p>
            <a:r>
              <a:rPr lang="en-US" altLang="ko-KR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//#pragma warning (disable:4996) //</a:t>
            </a:r>
            <a:r>
              <a:rPr lang="ko-KR" altLang="en-US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권장되지 않는 함수 사용에 관한 경고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표준 </a:t>
            </a:r>
            <a:r>
              <a:rPr lang="en-US" altLang="ko-KR" dirty="0"/>
              <a:t>string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문자열의 처리를 위해서 제공되는 클래스</a:t>
            </a:r>
            <a:r>
              <a:rPr lang="en-US" altLang="ko-KR" sz="1600" dirty="0"/>
              <a:t>,  </a:t>
            </a:r>
            <a:r>
              <a:rPr lang="ko-KR" altLang="en-US" sz="1600" dirty="0" err="1"/>
              <a:t>헤더파일</a:t>
            </a:r>
            <a:r>
              <a:rPr lang="ko-KR" altLang="en-US" sz="1600" dirty="0"/>
              <a:t> </a:t>
            </a:r>
            <a:r>
              <a:rPr lang="en-US" altLang="ko-KR" sz="1600" dirty="0"/>
              <a:t>&lt;string&gt;</a:t>
            </a:r>
            <a:r>
              <a:rPr lang="ko-KR" altLang="en-US" sz="1600" dirty="0"/>
              <a:t>을 포함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38200" y="1946586"/>
            <a:ext cx="77931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 =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"Hello"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		</a:t>
            </a:r>
            <a:r>
              <a:rPr lang="en-US" altLang="ko-KR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</a:t>
            </a:r>
            <a:endParaRPr lang="en-US" altLang="ko-KR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"Hello"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	</a:t>
            </a:r>
            <a:r>
              <a:rPr lang="en-US" altLang="ko-KR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포인터</a:t>
            </a:r>
            <a:endParaRPr lang="en-US" altLang="ko-KR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s1(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"Hello"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	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src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"I am source :)"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da-DK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da-DK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dst; dst </a:t>
            </a:r>
            <a:r>
              <a:rPr lang="da-DK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da-DK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src;    cout </a:t>
            </a:r>
            <a:r>
              <a:rPr lang="da-DK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da-DK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dst </a:t>
            </a:r>
            <a:r>
              <a:rPr lang="da-DK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da-DK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endl;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=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hello"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=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world!"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= a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(a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b)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"T"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else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"F"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92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</a:t>
            </a:r>
            <a:r>
              <a:rPr lang="en-US" altLang="ko-KR" dirty="0"/>
              <a:t>string </a:t>
            </a:r>
            <a:r>
              <a:rPr lang="ko-KR" altLang="en-US" dirty="0"/>
              <a:t>클래스의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문자열을 인자로 전달받는 생성자의 정의</a:t>
            </a:r>
            <a:endParaRPr lang="en-US" altLang="ko-KR" sz="1800" dirty="0"/>
          </a:p>
          <a:p>
            <a:pPr lvl="1"/>
            <a:r>
              <a:rPr lang="en-US" altLang="ko-KR" sz="1600" dirty="0"/>
              <a:t>string a = "hello"; string a("hello");</a:t>
            </a:r>
          </a:p>
          <a:p>
            <a:pPr lvl="1"/>
            <a:endParaRPr lang="en-US" altLang="ko-KR" sz="1400" dirty="0"/>
          </a:p>
          <a:p>
            <a:r>
              <a:rPr lang="ko-KR" altLang="en-US" sz="1800" dirty="0" err="1"/>
              <a:t>생성자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소멸자</a:t>
            </a:r>
            <a:r>
              <a:rPr lang="en-US" altLang="ko-KR" sz="1800" dirty="0"/>
              <a:t>, </a:t>
            </a:r>
            <a:r>
              <a:rPr lang="ko-KR" altLang="en-US" sz="1800" dirty="0"/>
              <a:t>복사 </a:t>
            </a:r>
            <a:r>
              <a:rPr lang="ko-KR" altLang="en-US" sz="1800" dirty="0" err="1"/>
              <a:t>생성자</a:t>
            </a:r>
            <a:r>
              <a:rPr lang="en-US" altLang="ko-KR" sz="1800" dirty="0"/>
              <a:t>, </a:t>
            </a:r>
            <a:r>
              <a:rPr lang="ko-KR" altLang="en-US" sz="1800" dirty="0"/>
              <a:t>대입 연산자의 정의</a:t>
            </a:r>
            <a:endParaRPr lang="en-US" altLang="ko-KR" sz="1800" dirty="0"/>
          </a:p>
          <a:p>
            <a:pPr lvl="1"/>
            <a:r>
              <a:rPr lang="ko-KR" altLang="en-US" sz="1400" dirty="0" err="1"/>
              <a:t>생성자</a:t>
            </a:r>
            <a:r>
              <a:rPr lang="ko-KR" altLang="en-US" sz="1400" dirty="0"/>
              <a:t> 내에서 문자열 저장을 위한 메모리의 동적 할당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en-US" altLang="ko-KR" sz="1800" dirty="0"/>
              <a:t>+ </a:t>
            </a:r>
            <a:r>
              <a:rPr lang="ko-KR" altLang="en-US" sz="1800" dirty="0"/>
              <a:t>연산자의 오버로딩</a:t>
            </a:r>
            <a:endParaRPr lang="en-US" altLang="ko-KR" sz="1800" dirty="0"/>
          </a:p>
          <a:p>
            <a:r>
              <a:rPr lang="en-US" altLang="ko-KR" sz="1800" dirty="0"/>
              <a:t>+= </a:t>
            </a:r>
            <a:r>
              <a:rPr lang="ko-KR" altLang="en-US" sz="1800" dirty="0"/>
              <a:t>연산자의 오버로딩</a:t>
            </a:r>
            <a:endParaRPr lang="en-US" altLang="ko-KR" sz="1800" dirty="0"/>
          </a:p>
          <a:p>
            <a:r>
              <a:rPr lang="en-US" altLang="ko-KR" sz="1800" dirty="0"/>
              <a:t>== </a:t>
            </a:r>
            <a:r>
              <a:rPr lang="ko-KR" altLang="en-US" sz="1800" dirty="0"/>
              <a:t>연산자의 오버로딩</a:t>
            </a:r>
            <a:endParaRPr lang="en-US" altLang="ko-KR" sz="1800" dirty="0"/>
          </a:p>
          <a:p>
            <a:r>
              <a:rPr lang="ko-KR" altLang="en-US" sz="1800" dirty="0"/>
              <a:t>콘솔 출력을 가능하게 하는 </a:t>
            </a:r>
            <a:r>
              <a:rPr lang="en-US" altLang="ko-KR" sz="1800" dirty="0"/>
              <a:t>&lt;&lt; </a:t>
            </a:r>
            <a:r>
              <a:rPr lang="ko-KR" altLang="en-US" sz="1800" dirty="0"/>
              <a:t>연산자의 오버로딩</a:t>
            </a:r>
            <a:endParaRPr lang="en-US" altLang="ko-KR" sz="1800" dirty="0"/>
          </a:p>
          <a:p>
            <a:r>
              <a:rPr lang="ko-KR" altLang="en-US" sz="1800" dirty="0"/>
              <a:t>콘솔 입력을 가능하게 하는 </a:t>
            </a:r>
            <a:r>
              <a:rPr lang="en-US" altLang="ko-KR" sz="1800" dirty="0"/>
              <a:t>&gt;&gt; </a:t>
            </a:r>
            <a:r>
              <a:rPr lang="ko-KR" altLang="en-US" sz="1800" dirty="0"/>
              <a:t>연산자의 오버로딩</a:t>
            </a:r>
          </a:p>
          <a:p>
            <a:endParaRPr lang="ko-KR" altLang="en-US" sz="1800" dirty="0"/>
          </a:p>
          <a:p>
            <a:endParaRPr lang="ko-KR" altLang="en-US" sz="18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6205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선언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319673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String();			 //</a:t>
            </a:r>
            <a:r>
              <a:rPr lang="ko-KR" altLang="en-US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//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</a:t>
            </a:r>
            <a:r>
              <a:rPr lang="ko-KR" altLang="en-US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~String();</a:t>
            </a: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//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대입 연산자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bool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friend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friend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operator&gt;&gt;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7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생성자와</a:t>
            </a:r>
            <a:r>
              <a:rPr lang="ko-KR" altLang="en-US" dirty="0"/>
              <a:t> </a:t>
            </a:r>
            <a:r>
              <a:rPr lang="ko-KR" altLang="en-US" dirty="0" err="1"/>
              <a:t>소멸자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335158"/>
            <a:ext cx="98436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::String()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=NULL;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::String(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)+1;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::String(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//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</a:t>
            </a:r>
            <a:r>
              <a:rPr lang="ko-KR" altLang="en-US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::~String()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!=NULL)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delete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[]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38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38200" y="1325907"/>
            <a:ext cx="9525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!= </a:t>
            </a:r>
            <a:r>
              <a:rPr lang="en-US" altLang="ko-KR" dirty="0">
                <a:solidFill>
                  <a:srgbClr val="6F008A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delete[]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];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+= (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- 1);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strcat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!= </a:t>
            </a:r>
            <a:r>
              <a:rPr lang="en-US" altLang="ko-KR" dirty="0">
                <a:solidFill>
                  <a:srgbClr val="6F008A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delete[]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bool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strcmp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?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false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true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09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38200" y="1306918"/>
            <a:ext cx="96219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.len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- 1];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strcat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delete[]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tempstr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operator&gt;&gt;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istream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[100]; 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382557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2088</TotalTime>
  <Words>729</Words>
  <Application>Microsoft Office PowerPoint</Application>
  <PresentationFormat>와이드스크린</PresentationFormat>
  <Paragraphs>113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HY헤드라인M</vt:lpstr>
      <vt:lpstr>돋움체</vt:lpstr>
      <vt:lpstr>맑은 고딕</vt:lpstr>
      <vt:lpstr>Arial</vt:lpstr>
      <vt:lpstr>Consolas</vt:lpstr>
      <vt:lpstr>Wingdings</vt:lpstr>
      <vt:lpstr>kdw</vt:lpstr>
      <vt:lpstr>C++ 클래스 String</vt:lpstr>
      <vt:lpstr>학습목표</vt:lpstr>
      <vt:lpstr>표준 string 클래스</vt:lpstr>
      <vt:lpstr>표준 string 클래스의 분석</vt:lpstr>
      <vt:lpstr>클래스의 선언</vt:lpstr>
      <vt:lpstr>생성자와 소멸자</vt:lpstr>
      <vt:lpstr>클래스의 완성</vt:lpstr>
      <vt:lpstr>클래스의 완성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414</cp:revision>
  <dcterms:created xsi:type="dcterms:W3CDTF">2020-02-16T05:20:05Z</dcterms:created>
  <dcterms:modified xsi:type="dcterms:W3CDTF">2021-08-02T04:06:05Z</dcterms:modified>
</cp:coreProperties>
</file>